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0E6BD9-57FA-CF5A-F032-848B3505E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9B54A46-F034-B9C7-5654-251523DD9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FEDC16-686C-8E1C-50F2-0F87A4522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84082B-EB56-E193-F48E-B31792683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FADE094-7517-6CE7-3F4B-E5D5340E1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6384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BFD124-3747-FDFB-3A08-B8479ED49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6B8CDF-0CC8-EA66-E2DE-24CE5965C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5A2D87-2677-E8BE-E526-CA851F97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4176541-0286-B196-0309-51E1C379B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9E162B-7B70-5DBF-AFDD-92545CC1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3663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BBEB7D-642E-20B5-2D67-56CDDE748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447B71-D19F-EC0F-F697-09521E2AE6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BAF4BB-A62A-29E4-16E9-1067D6043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08CD079-9BF0-0B21-A900-3C1F1596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8EBFE2-D5C3-2CA6-D381-0A5B9DF53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022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0AE54C-6252-7B58-9A46-BF3E8EC8D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E1209D-1489-B8B9-721C-CD066FEAC1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13B5D00-D6E4-BF2B-428B-02A81DECA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AD190ED-234A-EA17-7BA1-76AC7DA47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8795463-C366-DDC9-2DBD-763DD6619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1546E8B-2962-6475-4B71-BDD6B41D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46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305901-3A08-D466-FA60-4DDD3DA25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AB46625-59F2-2F4C-BFF4-04B1B0683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A60FDB1-A8AA-C769-6915-556335615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B7D0592-B36F-D3E7-A595-D7319F44A3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638B00-D706-68C9-E223-AE0F95699F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A44B413-71E7-A30C-26C0-308E8BF4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551AA0-6F63-10CC-0483-952077587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3F04B61-0141-D25C-7134-0268E3F49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8010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13638E-9642-2F8F-D129-E76AF71DE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68FE399-32E3-5CC9-B13E-A69683F6C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0F2D76C-47F8-23DE-7E01-8BD908A5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A91942-F5DF-2396-15E8-FC337593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1516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68D4073-605B-0CF7-C2F1-458563A29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4706B9F-D290-25EA-1E50-F47ABA165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5258C5-4439-7776-B73E-2DF328914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248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0B123-8C60-9615-EBCF-B94B9754C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531C39D-BA63-9C6A-349E-A0E18BAE2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AEBBAB6-DB75-6A93-8948-5E153C1B1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C7561C8-9E10-A074-44B5-C55B5390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1B5CB0A-E9D7-8DBA-D000-2A5ED48A9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0E000A-BCF3-E0C1-ADB4-708233BCF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4246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C0023D-50CE-0C7A-D1DE-E093E25AA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2C4944B-15AF-A64C-75ED-D153DDB3DE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95DE1D1-9BDB-085F-E335-4C7357B4E0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CB7502E-A782-403E-E70B-87C8F1E50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95709E0-67C0-A994-14BA-9584B26B3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4A1BA1-9A15-125D-B1E3-09EEC4ED8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128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0F8F06-84C2-9548-A0DC-A4AFA6788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840C52E-A7EA-17C9-6EAB-E7366735F4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FD0FBAF-5D87-A805-1249-22B13DF34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EC7DC42-2631-035E-9E3F-5E67F264B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6E51F2-F6C5-7156-B5C1-69FD3172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5068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4A4C053-A78C-82D7-23B7-25B4DD43F4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F5EDB0-8069-721F-F5D2-0205D09EC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ABEC3C-9F73-A557-DA93-CE09C3D09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A6F9A3-89B9-BB41-25E6-214A6755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4763A0E-54BE-CF64-0E61-33B820215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309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53671EC-CAB8-0F0F-1FA2-53F2E85B5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390F63A-3F91-F3A8-6715-0D8F57625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EF307B-358A-AE55-E164-041DC3D89A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86B07C-2B98-4C1C-BB46-F81D4C026601}" type="datetimeFigureOut">
              <a:rPr lang="zh-TW" altLang="en-US" smtClean="0"/>
              <a:t>2026/6/16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FCA356-9651-E7C3-B4FC-3BA35EF04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3E61AEF-C38B-0F58-8058-60A67A5A7C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2D7E48-D6BB-40B0-A3A4-E5ED5BCE27E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315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0E1AA5C-9403-6232-2E7D-B72E321A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latin typeface="Noto Serif CJK TC Medium" panose="02020500000000000000" pitchFamily="18" charset="-120"/>
                <a:ea typeface="Noto Serif CJK TC Medium" panose="02020500000000000000" pitchFamily="18" charset="-120"/>
              </a:rPr>
              <a:t>邊緣特徵提取與素描風格即時轉換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FB47EC2-25AB-D9FF-F787-19EC4391F2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>
                <a:latin typeface="Noto Serif CJK TC Medium" panose="02020500000000000000" pitchFamily="18" charset="-120"/>
                <a:ea typeface="Noto Serif CJK TC Medium" panose="02020500000000000000" pitchFamily="18" charset="-120"/>
              </a:rPr>
              <a:t>Group 7</a:t>
            </a:r>
          </a:p>
          <a:p>
            <a:r>
              <a:rPr lang="en-US" altLang="zh-TW" dirty="0">
                <a:latin typeface="Noto Serif CJK TC Medium" panose="02020500000000000000" pitchFamily="18" charset="-120"/>
                <a:ea typeface="Noto Serif CJK TC Medium" panose="02020500000000000000" pitchFamily="18" charset="-120"/>
              </a:rPr>
              <a:t>111360451</a:t>
            </a:r>
            <a:r>
              <a:rPr lang="zh-TW" altLang="en-US" dirty="0">
                <a:latin typeface="Noto Serif CJK TC Medium" panose="02020500000000000000" pitchFamily="18" charset="-120"/>
                <a:ea typeface="Noto Serif CJK TC Medium" panose="02020500000000000000" pitchFamily="18" charset="-120"/>
              </a:rPr>
              <a:t> 蕭賀澤</a:t>
            </a:r>
            <a:endParaRPr lang="en-US" altLang="zh-TW" dirty="0">
              <a:latin typeface="Noto Serif CJK TC Medium" panose="02020500000000000000" pitchFamily="18" charset="-120"/>
              <a:ea typeface="Noto Serif CJK TC Medium" panose="02020500000000000000" pitchFamily="18" charset="-120"/>
            </a:endParaRPr>
          </a:p>
          <a:p>
            <a:r>
              <a:rPr lang="en-US" altLang="zh-TW" dirty="0">
                <a:latin typeface="Noto Serif CJK TC Medium" panose="02020500000000000000" pitchFamily="18" charset="-120"/>
                <a:ea typeface="Noto Serif CJK TC Medium" panose="02020500000000000000" pitchFamily="18" charset="-120"/>
              </a:rPr>
              <a:t>111310452 </a:t>
            </a:r>
            <a:r>
              <a:rPr lang="zh-TW" altLang="en-US" dirty="0">
                <a:latin typeface="Noto Serif CJK TC Medium" panose="02020500000000000000" pitchFamily="18" charset="-120"/>
                <a:ea typeface="Noto Serif CJK TC Medium" panose="02020500000000000000" pitchFamily="18" charset="-120"/>
              </a:rPr>
              <a:t>黃安華</a:t>
            </a:r>
          </a:p>
        </p:txBody>
      </p:sp>
    </p:spTree>
    <p:extLst>
      <p:ext uri="{BB962C8B-B14F-4D97-AF65-F5344CB8AC3E}">
        <p14:creationId xmlns:p14="http://schemas.microsoft.com/office/powerpoint/2010/main" val="2997557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F1D24-7754-78AC-6DA3-D0748F6F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6E5BAB-A189-8248-96E7-2D264D370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2522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</Words>
  <Application>Microsoft Office PowerPoint</Application>
  <PresentationFormat>寬螢幕</PresentationFormat>
  <Paragraphs>4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Noto Serif CJK TC Medium</vt:lpstr>
      <vt:lpstr>Aptos</vt:lpstr>
      <vt:lpstr>Aptos Display</vt:lpstr>
      <vt:lpstr>Arial</vt:lpstr>
      <vt:lpstr>Office 佈景主題</vt:lpstr>
      <vt:lpstr>邊緣特徵提取與素描風格即時轉換</vt:lpstr>
      <vt:lpstr>PowerPoint 簡報</vt:lpstr>
    </vt:vector>
  </TitlesOfParts>
  <Company>NTUT Computer And Network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黃安華</dc:creator>
  <cp:lastModifiedBy>黃安華</cp:lastModifiedBy>
  <cp:revision>3</cp:revision>
  <dcterms:created xsi:type="dcterms:W3CDTF">2026-06-16T10:41:13Z</dcterms:created>
  <dcterms:modified xsi:type="dcterms:W3CDTF">2026-06-16T10:51:01Z</dcterms:modified>
</cp:coreProperties>
</file>